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PROMPT ENGINEERING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0A5FA"/>
                </a:solidFill>
              </a:rPr>
              <a:t>MASTERCLASS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Master the Art of Talking to AI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BEAFE"/>
                </a:solidFill>
              </a:rPr>
              <a:t>20-Minute Interactive Session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</a:rPr>
              <a:t>PROMPT BATTLE: Round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10058400" cy="27432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554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🎯 SCENARIO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219456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374151"/>
                </a:solidFill>
              </a:rPr>
              <a:t>You need to plan a 3-day budget trip to Goa</a:t>
            </a:r>
            <a:endParaRPr lang="en-US" sz="24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374151"/>
                </a:solidFill>
              </a:rPr>
              <a:t>for 4 friends, leaving next month.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45720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563EB"/>
                </a:solidFill>
              </a:rPr>
              <a:t>Write a prompt for ChatGPT right now!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2563EB"/>
                </a:solidFill>
              </a:rPr>
              <a:t>(Don't overthink it - just write naturally)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</a:rPr>
              <a:t>What Went Wrong? 🤔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Typical Prompts: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374151"/>
                </a:solidFill>
              </a:rPr>
              <a:t>• "Plan a trip to Goa"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374151"/>
                </a:solidFill>
              </a:rPr>
              <a:t>• "Trip ideas for Goa"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374151"/>
                </a:solidFill>
              </a:rPr>
              <a:t>• "Budget trip with friends"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0" y="1188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What's Missing?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0" y="173736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374151"/>
                </a:solidFill>
              </a:rPr>
              <a:t>✗ No budget mentioned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374151"/>
                </a:solidFill>
              </a:rPr>
              <a:t>✗ No preferences (beaches? nightlife?)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374151"/>
                </a:solidFill>
              </a:rPr>
              <a:t>✗ No specific dates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374151"/>
                </a:solidFill>
              </a:rPr>
              <a:t>✗ No group dynamics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374151"/>
                </a:solidFill>
              </a:rPr>
              <a:t>✗ No desired output format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42976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Result: Generic, vague response that doesn't help!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What is Prompt Engineering?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2560320"/>
            <a:ext cx="9144000" cy="1828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Crafting inputs that get AI to produce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exactly what you need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BEAFE"/>
                </a:solidFill>
              </a:rPr>
              <a:t>Think: Clear instructions to a brilliant intern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DBEAFE"/>
                </a:solidFill>
              </a:rPr>
              <a:t>who knows everything but needs direction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</a:rPr>
              <a:t>1. Chain of Thought (CoT)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63EB"/>
                </a:solidFill>
              </a:rPr>
              <a:t>Ask AI to "show its work"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62828"/>
                </a:solidFill>
              </a:rPr>
              <a:t>❌ BAD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2103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74151"/>
                </a:solidFill>
              </a:rPr>
              <a:t>"Is buying a car or using Uber cheaper?"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3017520"/>
            <a:ext cx="10058400" cy="20116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</a:rPr>
              <a:t>✓ GOOD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352044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74151"/>
                </a:solidFill>
              </a:rPr>
              <a:t>"I spend ₹8,000/month on Uber. Car EMI: ₹15,000/month</a:t>
            </a: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74151"/>
                </a:solidFill>
              </a:rPr>
              <a:t>+ ₹3,000 maintenance.</a:t>
            </a: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74151"/>
                </a:solidFill>
              </a:rPr>
              <a:t>Let's calculate yearly costs, factor in depreciation,</a:t>
            </a: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74151"/>
                </a:solidFill>
              </a:rPr>
              <a:t>and determine which is better financially."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Magic phrases: "Let's think step by step" | "Explain your reasoning"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</a:rPr>
              <a:t>2. Few-Shot Prompting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63EB"/>
                </a:solidFill>
              </a:rPr>
              <a:t>Show examples of what you want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10058400" cy="73152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28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2828"/>
                </a:solidFill>
              </a:rPr>
              <a:t>❌ BAD: "Write product descriptions for my t-shirts"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2651760"/>
            <a:ext cx="10058400" cy="23774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743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</a:rPr>
              <a:t>✓ GOOD: Follow this pattern: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3200400"/>
            <a:ext cx="9144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374151"/>
                </a:solidFill>
              </a:rPr>
              <a:t>Example 1 - Blue Denim Jacket:</a:t>
            </a: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374151"/>
                </a:solidFill>
              </a:rPr>
              <a:t>"Timeless style meets comfort. Brass buttons, vintage wash..."</a:t>
            </a: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374151"/>
                </a:solidFill>
              </a:rPr>
              <a:t>Example 2 - White Cotton Tee:</a:t>
            </a: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374151"/>
                </a:solidFill>
              </a:rPr>
              <a:t>"Wardrobe essential. 100% organic cotton, cloud-like softness..."</a:t>
            </a: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374151"/>
                </a:solidFill>
              </a:rPr>
              <a:t>Now write for: Black Leather Boots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AI learns the tone, structure, and style from your examples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</a:rPr>
              <a:t>3. Role + Constraints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5029200" cy="20116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</a:rPr>
              <a:t>🎭 ROLE-BASED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1783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</a:rPr>
              <a:t>Tell AI who to be: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1031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</a:rPr>
              <a:t>• "You are a fitness coach..."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</a:rPr>
              <a:t>• "Act as a cloud architect..."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</a:rPr>
              <a:t>• "Respond as a patient teacher..."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26480" y="1188720"/>
            <a:ext cx="5029200" cy="20116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</a:rPr>
              <a:t>⚙️ CONSTRAINTS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0" y="1783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</a:rPr>
              <a:t>Set boundaries: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21031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</a:rPr>
              <a:t>• "Keep under 100 words"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</a:rPr>
              <a:t>• "Use 3 bullet points only"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</a:rPr>
              <a:t>• "No technical jargon"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3474720"/>
            <a:ext cx="10058400" cy="16459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38404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374151"/>
                </a:solidFill>
              </a:rPr>
              <a:t>Example: "You are a patient teacher. Explain APIs to a non-technical manager using a restaurant analogy. 3 sentences max. No jargon."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Role sets the tone → Constraints keep it focused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Quick Tips 💡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71600" y="18288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🌳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28600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0A5FA"/>
                </a:solidFill>
              </a:rPr>
              <a:t>Tree of Thoughts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286000" y="2148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For complex problems: "Explore 3 approaches, pick the best"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29260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🔄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2860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0A5FA"/>
                </a:solidFill>
              </a:rPr>
              <a:t>Iterate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28600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First try not perfect? Refine: "Make it more concise"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40233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❓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28600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0A5FA"/>
                </a:solidFill>
              </a:rPr>
              <a:t>Ask Questions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2860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Add: "Ask me clarifying questions before responding"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3A8A"/>
                </a:solidFill>
              </a:rPr>
              <a:t>The CREATE Framework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563EB"/>
                </a:solidFill>
              </a:rPr>
              <a:t>Your Mental Checklist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3017520" cy="12801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7830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8A"/>
                </a:solidFill>
              </a:rPr>
              <a:t>C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828800" y="1828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Context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0" y="2240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</a:rPr>
              <a:t>What's the situation?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017520" cy="12801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9" name="Text 7"/>
          <p:cNvSpPr/>
          <p:nvPr/>
        </p:nvSpPr>
        <p:spPr>
          <a:xfrm>
            <a:off x="4434840" y="17830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8A"/>
                </a:solidFill>
              </a:rPr>
              <a:t>R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212080" y="1828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Role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212080" y="2240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</a:rPr>
              <a:t>Who should AI be?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80960" y="1645920"/>
            <a:ext cx="3017520" cy="12801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3" name="Text 11"/>
          <p:cNvSpPr/>
          <p:nvPr/>
        </p:nvSpPr>
        <p:spPr>
          <a:xfrm>
            <a:off x="7818120" y="17830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8A"/>
                </a:solidFill>
              </a:rPr>
              <a:t>E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595360" y="1828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Examples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595360" y="2240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</a:rPr>
              <a:t>Show what you want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14400" y="3291840"/>
            <a:ext cx="3017520" cy="12801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4290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8A"/>
                </a:solidFill>
              </a:rPr>
              <a:t>A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1828800" y="3474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Action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828800" y="38862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</a:rPr>
              <a:t>What should it do?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97680" y="3291840"/>
            <a:ext cx="3017520" cy="12801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1" name="Text 19"/>
          <p:cNvSpPr/>
          <p:nvPr/>
        </p:nvSpPr>
        <p:spPr>
          <a:xfrm>
            <a:off x="4434840" y="34290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8A"/>
                </a:solidFill>
              </a:rPr>
              <a:t>T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5212080" y="3474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Tone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212080" y="38862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</a:rPr>
              <a:t>Professional? Casual?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80960" y="3291840"/>
            <a:ext cx="3017520" cy="12801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5" name="Text 23"/>
          <p:cNvSpPr/>
          <p:nvPr/>
        </p:nvSpPr>
        <p:spPr>
          <a:xfrm>
            <a:off x="7818120" y="34290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8A"/>
                </a:solidFill>
              </a:rPr>
              <a:t>E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8595360" y="3474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Extra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595360" y="38862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</a:rPr>
              <a:t>Length, format, limits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4400" y="5120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</a:rPr>
              <a:t>You don't need all 6 every time - use what's relevant!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60A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Practice Time! ✍️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1371600"/>
            <a:ext cx="9144000" cy="228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</a:rPr>
              <a:t>📧 SCENARIO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828800" y="20116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374151"/>
                </a:solidFill>
              </a:rPr>
              <a:t>Write a professional email declining a meeting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374151"/>
                </a:solidFill>
              </a:rPr>
              <a:t>tomorrow at 2 PM due to a conflict.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374151"/>
                </a:solidFill>
              </a:rPr>
              <a:t>Suggest Thursday 3 PM or Friday 10 AM as alternatives.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Take 90 seconds - use CREATE framework!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4572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Think: Context, Role, Action, Tone, Constraints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</a:rPr>
              <a:t>PROMPT BATTLE: Round 2 🏆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63EB"/>
                </a:solidFill>
              </a:rPr>
              <a:t>Same scenario - but now with techniques!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10424160" cy="32004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7373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</a:rPr>
              <a:t>✓ IMPROVED PROMPT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9601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 are a travel planning expert. I need a 3-day budget trip to Goa for 4 friends (late 20s, beaches, local food, nightlife) departing first week of next month.</a:t>
            </a: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Let's plan step by step:</a:t>
            </a: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Daily budget (₹2000/person/day max)</a:t>
            </a: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Beach areas + budget accommodation</a:t>
            </a: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Day-by-day itinerary with costs</a:t>
            </a: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Cost-saving tips</a:t>
            </a: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 as day-by-day plan. Avoid generic tourist traps."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563EB"/>
                </a:solidFill>
              </a:rPr>
              <a:t>Notice: Role ✓ | Context ✓ | CoT ✓ | Constraints ✓ | Action ✓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Key Takeaways 🎯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1828800"/>
            <a:ext cx="548640" cy="54864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9202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10312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Chain of Thought - "Think step by step" for better reasoning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371600" y="2697480"/>
            <a:ext cx="548640" cy="54864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7889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103120" y="2788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Few-Shot - Show examples of what you want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371600" y="3566160"/>
            <a:ext cx="548640" cy="54864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3657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10312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Role + Constraints - Set WHO and WHAT boundaries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371600" y="4434840"/>
            <a:ext cx="548640" cy="54864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45262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103120" y="4526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CREATE Framework - Your go-to checklist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0A5FA"/>
                </a:solidFill>
              </a:rPr>
              <a:t>Start TODAY - rewrite one work prompt using CREATE!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You! 🚀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</a:rPr>
              <a:t>Questions?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DBEAFE"/>
                </a:solidFill>
              </a:rPr>
              <a:t>Your cheat sheet has everything you need.</a:t>
            </a:r>
            <a:endParaRPr lang="en-US" sz="22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DBEAFE"/>
                </a:solidFill>
              </a:rPr>
              <a:t>Now go engineer some amazing prompts!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Engineering Masterclass</dc:title>
  <dc:subject>PptxGenJS Presentation</dc:subject>
  <dc:creator>Cloud Team Training</dc:creator>
  <cp:lastModifiedBy>Cloud Team Training</cp:lastModifiedBy>
  <cp:revision>1</cp:revision>
  <dcterms:created xsi:type="dcterms:W3CDTF">2026-04-17T03:11:23Z</dcterms:created>
  <dcterms:modified xsi:type="dcterms:W3CDTF">2026-04-17T03:11:23Z</dcterms:modified>
</cp:coreProperties>
</file>